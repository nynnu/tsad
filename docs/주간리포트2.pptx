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593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학습 보고서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기반 TSAD 논문 리뷰 및 재검토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논문 2편  ·  재리뷰 2편  ·  다음 계획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  —  내용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LLMs Understand Time Series Anomalies?  (ICLR 2025)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431765"/>
              </p:ext>
            </p:extLst>
          </p:nvPr>
        </p:nvGraphicFramePr>
        <p:xfrm>
          <a:off x="365760" y="749808"/>
          <a:ext cx="8412480" cy="380390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가설</a:t>
                      </a:r>
                      <a:endParaRPr lang="en-US" sz="105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05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H1) CoT가 도움될 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효과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r>
                        <a:rPr lang="ko-KR" alt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은 </a:t>
                      </a:r>
                      <a:r>
                        <a:rPr lang="en-US" sz="105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단계적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추론보다 직관적으로 작동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H2) LLM</a:t>
                      </a:r>
                      <a:r>
                        <a:rPr lang="ko-KR" alt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 </a:t>
                      </a:r>
                      <a:r>
                        <a:rPr lang="en-US" sz="105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반복편향이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주기패턴 인식과 관련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관련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노이즈 있어도 성능 유지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H3) LLM</a:t>
                      </a:r>
                      <a:r>
                        <a:rPr lang="ko-KR" alt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 </a:t>
                      </a:r>
                      <a:r>
                        <a:rPr lang="en-US" sz="105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산술능력이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TSAD</a:t>
                      </a:r>
                      <a:r>
                        <a:rPr lang="ko-KR" alt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 </a:t>
                      </a:r>
                      <a:r>
                        <a:rPr lang="en-US" sz="105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관련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산술 약화해도 탐지 능력 변화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H4) 이미지가 텍스트보다 쉽게 탐지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맞음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입력이 더 우수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H5) 인간과 유사한 인지적 한계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trend 잘 인지 (vision, text 둘다)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H6) 긴 입력에 취약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맞음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 길어지면 성능 하락 → downsampling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H7) 모델별 성능 차이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크다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  —  느낀점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LLMs Understand Time Series Anomalies?  (ICLR 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86868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0120" y="777240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anomaly 탐지 → LLM 추론 의존 ✕,  푸리에 변환 같은 전처리 필수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8412480" cy="658368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1673352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0120" y="15819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anomaly를 수학적으로 정의하는 방식이 두 가지 존재함을 파악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865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3865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2478024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2386584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</a:t>
            </a:r>
            <a:r>
              <a:rPr lang="en-US" sz="1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보다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입력 데이터 자체가 더 중요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91256"/>
            <a:ext cx="8412480" cy="658368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1912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282696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0120" y="3191256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LLM은 패턴 인식 기반으로 작동 → ViT 같은 모델과 결합 가능성 (논문2 연계)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9592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365760" y="39959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4087368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0120" y="3995928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H5: 인간이 놓치는 패턴까지 탐지 가능 → + LLM vision 모델의 장점을 이끌어내는 것이 중요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  —  내용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Multimodal LLMs Perform Time Series Anomaly Detection?  (WWW 2026)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920240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8912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Multi-granular 비교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280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MLLM: coarse-grained (range, variate)에 강함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DL/ML: point 탐지에 우세 → 상호 보완적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920240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73752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TS anomaly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280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입력 시 데이터 누락(irregular) 상황에서도 robustness 유지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60520" cy="1920240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38912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모달리티 적합성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3337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Point: text+vision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Range·variate: vision 단독이 더 유리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(긴 시퀀스 → hallucination 감소)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160520" cy="1920240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73752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&amp; 확장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3337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강점 있음 → TSAD-Agent: 4단계 multi-agent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(Traditional vs Gemini / text vs image 선택)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  —  느낀점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Multimodal LLMs Perform Time Series Anomaly Detection?  (WWW 2026)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MLLM과 전통 방법이 anomaly granularity 기준으로 상호 보완적 → 어떻게 조합할지 인사이트 획득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취약점: 세세한 포인트를 못 봄,  이미지 압축 입력으로 패턴 인식은 우수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84124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접근 방식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84124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MLLM이 세세하게 볼 수 있게 INPUT 이미지 발전시키기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15384"/>
            <a:ext cx="84124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21538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+ 기존 모델 OR LLM 모델(TEXT)의 장점 합치기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재리뷰 1  —  구조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Harnessing Vision-Language Models for Time-Series Anomaly Detection  (VLM4TS)</a:t>
            </a:r>
            <a:endParaRPr lang="en-US" sz="900" dirty="0"/>
          </a:p>
        </p:txBody>
      </p:sp>
      <p:pic>
        <p:nvPicPr>
          <p:cNvPr id="6" name="Image 0" descr="/home/claude/vlm4ts.png"/>
          <p:cNvPicPr>
            <a:picLocks noChangeAspect="1"/>
          </p:cNvPicPr>
          <p:nvPr/>
        </p:nvPicPr>
        <p:blipFill>
          <a:blip r:embed="rId3"/>
          <a:srcRect t="11500"/>
          <a:stretch>
            <a:fillRect/>
          </a:stretch>
        </p:blipFill>
        <p:spPr>
          <a:xfrm>
            <a:off x="365760" y="1170432"/>
            <a:ext cx="8412480" cy="3236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526280"/>
            <a:ext cx="41148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ViT4TS로 1차 스크리닝 → VLM Backbone으로 정밀 검증 (2-stage)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4526280"/>
            <a:ext cx="41148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00600" y="4526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+ 텍스트(suspicious anomaly 위치) 동시 입력 → 멀티모달 추론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재리뷰 1  —  발전된 부분 &amp; 한계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VLM4TS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발전된 부분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698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06984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이미지 발전 (STAGE1에서 다수 고찰)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8412480" cy="530352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+ ViT 패턴인식 결합 (CLIP + MLLM)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84124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부족한 부분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65703"/>
            <a:ext cx="8412480" cy="530352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965703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이상 탐지 한계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624071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624071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인간+LLM 시너지 부족 — Vision: 직관적 패턴 + LLM: 수치적 미세변화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재리뷰 2  —  구조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Delving into Large Language Models for Effective Time-Series Anomaly Detection  (Park et al.)</a:t>
            </a:r>
            <a:endParaRPr lang="en-US" sz="900" dirty="0"/>
          </a:p>
        </p:txBody>
      </p:sp>
      <p:pic>
        <p:nvPicPr>
          <p:cNvPr id="6" name="Image 0" descr="/home/claude/park.png"/>
          <p:cNvPicPr>
            <a:picLocks noChangeAspect="1"/>
          </p:cNvPicPr>
          <p:nvPr/>
        </p:nvPicPr>
        <p:blipFill>
          <a:blip r:embed="rId3"/>
          <a:srcRect t="4210" b="4783"/>
          <a:stretch>
            <a:fillRect/>
          </a:stretch>
        </p:blipFill>
        <p:spPr>
          <a:xfrm>
            <a:off x="457200" y="923544"/>
            <a:ext cx="8229600" cy="31622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370832"/>
            <a:ext cx="41148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43708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제거 → Trend + Residual 이미지로 입력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4370832"/>
            <a:ext cx="41148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00600" y="43708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Index-aware prompting → 정확한 이상 위치(point) 판단 가능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재리뷰 2  —  발전된 부분 &amp; 의문점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et al.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발전된 부분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698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06984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+ 시계열 텍스트 + indexing → 정확한 이상 위치 판단,  point 이상에 강함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8412480" cy="530352"/>
          </a:xfrm>
          <a:prstGeom prst="rect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제거 후 vision </a:t>
            </a:r>
            <a:r>
              <a:rPr lang="en-US" sz="11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84124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생긴 의문점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논문1 vs 논문2 성능 비교 → 실험 방식이 달라 어떤 상황에서 각각이 더 좋은지 불분명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동일 benchmark에서 직접 비교 필요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계획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914400" cy="11155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914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+ 성능 비교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26187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논문1·2를 동일 benchmark에서 실험하여 각각의 강점 명확히 파악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859536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914400" cy="11155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2130552"/>
            <a:ext cx="914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2402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논문 읽기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5877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it, Think it, Sorted: Large Multimodal Models are Few-shot Time Series Anomaly Analyzers (TAMA)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859536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914400" cy="11155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3456432"/>
            <a:ext cx="914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5661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구체화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9136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LLM(text) 시너지 방향 → 어떻게 구현할지 스케치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659</Words>
  <Application>Microsoft Office PowerPoint</Application>
  <PresentationFormat>화면 슬라이드 쇼(16:9)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김나영(학부생-소프트웨어전공)</cp:lastModifiedBy>
  <cp:revision>6</cp:revision>
  <dcterms:created xsi:type="dcterms:W3CDTF">2026-04-02T06:05:36Z</dcterms:created>
  <dcterms:modified xsi:type="dcterms:W3CDTF">2026-04-03T03:53:02Z</dcterms:modified>
</cp:coreProperties>
</file>